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a451f68724ee1" /><Relationship Type="http://schemas.openxmlformats.org/officeDocument/2006/relationships/extended-properties" Target="/docProps/app.xml" Id="Rb6d3caa504e949dd" /><Relationship Type="http://schemas.openxmlformats.org/officeDocument/2006/relationships/officeDocument" Target="/ppt/presentation.xml" Id="R0864f8859f93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2f62b4408041a4"/>
  </p:sldMasterIdLst>
  <p:notesMasterIdLst>
    <p:notesMasterId xmlns:r="http://schemas.openxmlformats.org/officeDocument/2006/relationships" r:id="R91351d126224456a"/>
  </p:notesMasterIdLst>
  <p:sldIdLst>
    <p:sldId xmlns:r="http://schemas.openxmlformats.org/officeDocument/2006/relationships" id="256" r:id="R8ef5a591b32945e1"/>
    <p:sldId xmlns:r="http://schemas.openxmlformats.org/officeDocument/2006/relationships" id="257" r:id="R31dcc80b7d304a28"/>
    <p:sldId xmlns:r="http://schemas.openxmlformats.org/officeDocument/2006/relationships" id="258" r:id="R5baaf849279d4c20"/>
    <p:sldId xmlns:r="http://schemas.openxmlformats.org/officeDocument/2006/relationships" id="259" r:id="R15ada0900f9844ac"/>
    <p:sldId xmlns:r="http://schemas.openxmlformats.org/officeDocument/2006/relationships" id="260" r:id="R645a27df8afc4f6c"/>
    <p:sldId xmlns:r="http://schemas.openxmlformats.org/officeDocument/2006/relationships" id="261" r:id="Rf72ac1e088074e78"/>
    <p:sldId xmlns:r="http://schemas.openxmlformats.org/officeDocument/2006/relationships" id="262" r:id="R1ddf01254a2c45b8"/>
    <p:sldId xmlns:r="http://schemas.openxmlformats.org/officeDocument/2006/relationships" id="263" r:id="Rb427a17b0f414d3f"/>
    <p:sldId xmlns:r="http://schemas.openxmlformats.org/officeDocument/2006/relationships" id="264" r:id="Rcd7665afbc68485f"/>
    <p:sldId xmlns:r="http://schemas.openxmlformats.org/officeDocument/2006/relationships" id="265" r:id="Rc7c9e204e30e4b59"/>
    <p:sldId xmlns:r="http://schemas.openxmlformats.org/officeDocument/2006/relationships" id="266" r:id="Rc82c9b6263a14ae4"/>
    <p:sldId xmlns:r="http://schemas.openxmlformats.org/officeDocument/2006/relationships" id="267" r:id="R38af18b855fc4b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c9103403884088" /><Relationship Type="http://schemas.openxmlformats.org/officeDocument/2006/relationships/slideMaster" Target="/ppt/slideMasters/slideMaster1.xml" Id="R9d2f62b4408041a4" /><Relationship Type="http://schemas.openxmlformats.org/officeDocument/2006/relationships/notesMaster" Target="/ppt/notesMasters/notesMaster1.xml" Id="R91351d126224456a" /><Relationship Type="http://schemas.openxmlformats.org/officeDocument/2006/relationships/presProps" Target="/ppt/presProps.xml" Id="Rf0c72df97cd14936" /><Relationship Type="http://schemas.openxmlformats.org/officeDocument/2006/relationships/tableStyles" Target="/ppt/tableStyles.xml" Id="R3fab8fce269545c4" /><Relationship Type="http://schemas.openxmlformats.org/officeDocument/2006/relationships/slide" Target="/ppt/slides/slide1.xml" Id="R8ef5a591b32945e1" /><Relationship Type="http://schemas.openxmlformats.org/officeDocument/2006/relationships/slide" Target="/ppt/slides/slide2.xml" Id="R31dcc80b7d304a28" /><Relationship Type="http://schemas.openxmlformats.org/officeDocument/2006/relationships/slide" Target="/ppt/slides/slide3.xml" Id="R5baaf849279d4c20" /><Relationship Type="http://schemas.openxmlformats.org/officeDocument/2006/relationships/slide" Target="/ppt/slides/slide4.xml" Id="R15ada0900f9844ac" /><Relationship Type="http://schemas.openxmlformats.org/officeDocument/2006/relationships/slide" Target="/ppt/slides/slide5.xml" Id="R645a27df8afc4f6c" /><Relationship Type="http://schemas.openxmlformats.org/officeDocument/2006/relationships/slide" Target="/ppt/slides/slide6.xml" Id="Rf72ac1e088074e78" /><Relationship Type="http://schemas.openxmlformats.org/officeDocument/2006/relationships/slide" Target="/ppt/slides/slide7.xml" Id="R1ddf01254a2c45b8" /><Relationship Type="http://schemas.openxmlformats.org/officeDocument/2006/relationships/slide" Target="/ppt/slides/slide8.xml" Id="Rb427a17b0f414d3f" /><Relationship Type="http://schemas.openxmlformats.org/officeDocument/2006/relationships/slide" Target="/ppt/slides/slide9.xml" Id="Rcd7665afbc68485f" /><Relationship Type="http://schemas.openxmlformats.org/officeDocument/2006/relationships/slide" Target="/ppt/slides/slide10.xml" Id="Rc7c9e204e30e4b59" /><Relationship Type="http://schemas.openxmlformats.org/officeDocument/2006/relationships/slide" Target="/ppt/slides/slide11.xml" Id="Rc82c9b6263a14ae4" /><Relationship Type="http://schemas.openxmlformats.org/officeDocument/2006/relationships/slide" Target="/ppt/slides/slide12.xml" Id="R38af18b855fc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46b689370e4c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d33e5512b4851" /><Relationship Type="http://schemas.openxmlformats.org/officeDocument/2006/relationships/notesMaster" Target="/ppt/notesMasters/notesMaster1.xml" Id="R812806efc76642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a6febb57e547de" /><Relationship Type="http://schemas.openxmlformats.org/officeDocument/2006/relationships/notesMaster" Target="/ppt/notesMasters/notesMaster1.xml" Id="Rc0e328c2670146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584a1e3be04660" /><Relationship Type="http://schemas.openxmlformats.org/officeDocument/2006/relationships/notesMaster" Target="/ppt/notesMasters/notesMaster1.xml" Id="Rc196da4408df41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f05701927a47b0" /><Relationship Type="http://schemas.openxmlformats.org/officeDocument/2006/relationships/notesMaster" Target="/ppt/notesMasters/notesMaster1.xml" Id="Re39dc5e01c1b47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4edf47290c48a1" /><Relationship Type="http://schemas.openxmlformats.org/officeDocument/2006/relationships/notesMaster" Target="/ppt/notesMasters/notesMaster1.xml" Id="R8dabaf68a31d46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d672cef24f47cb" /><Relationship Type="http://schemas.openxmlformats.org/officeDocument/2006/relationships/notesMaster" Target="/ppt/notesMasters/notesMaster1.xml" Id="R485d0f223cd348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fdb591160a4c31" /><Relationship Type="http://schemas.openxmlformats.org/officeDocument/2006/relationships/notesMaster" Target="/ppt/notesMasters/notesMaster1.xml" Id="R1e4d892ff24447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febadc3ea942d0" /><Relationship Type="http://schemas.openxmlformats.org/officeDocument/2006/relationships/notesMaster" Target="/ppt/notesMasters/notesMaster1.xml" Id="Rad8c63acff1447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c6de489f3a47e7" /><Relationship Type="http://schemas.openxmlformats.org/officeDocument/2006/relationships/notesMaster" Target="/ppt/notesMasters/notesMaster1.xml" Id="R5c76d863a10442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4c51d86cf401b" /><Relationship Type="http://schemas.openxmlformats.org/officeDocument/2006/relationships/notesMaster" Target="/ppt/notesMasters/notesMaster1.xml" Id="Rd78745269f0547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e7e9528e54d58" /><Relationship Type="http://schemas.openxmlformats.org/officeDocument/2006/relationships/notesMaster" Target="/ppt/notesMasters/notesMaster1.xml" Id="R1cca44b480db4e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2aaac5aead4008" /><Relationship Type="http://schemas.openxmlformats.org/officeDocument/2006/relationships/notesMaster" Target="/ppt/notesMasters/notesMaster1.xml" Id="R18276999b670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42a2a7b5341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14bc6c94b34738" /><Relationship Type="http://schemas.openxmlformats.org/officeDocument/2006/relationships/slideLayout" Target="/ppt/slideLayouts/slideLayout1.xml" Id="Re7657aa8a2aa46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57aa8a2aa46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cc53186ae4309" /><Relationship Type="http://schemas.openxmlformats.org/officeDocument/2006/relationships/notesSlide" Target="/ppt/notesSlides/notesSlide1.xml" Id="R6b456d6f6b684a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bd9a7452c4452" /><Relationship Type="http://schemas.openxmlformats.org/officeDocument/2006/relationships/notesSlide" Target="/ppt/notesSlides/notesSlide2.xml" Id="R22c9e8efba8b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d2e5b54f24fbe" /><Relationship Type="http://schemas.openxmlformats.org/officeDocument/2006/relationships/notesSlide" Target="/ppt/notesSlides/notesSlide3.xml" Id="Rdd9590db047042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e6740069141c7" /><Relationship Type="http://schemas.openxmlformats.org/officeDocument/2006/relationships/notesSlide" Target="/ppt/notesSlides/notesSlide4.xml" Id="R738a7511976a4e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5593ce1764123" /><Relationship Type="http://schemas.openxmlformats.org/officeDocument/2006/relationships/notesSlide" Target="/ppt/notesSlides/notesSlide5.xml" Id="R4db346d103ae43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dd0c98d434e67" /><Relationship Type="http://schemas.openxmlformats.org/officeDocument/2006/relationships/notesSlide" Target="/ppt/notesSlides/notesSlide6.xml" Id="R24b7a8334cf049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0d080992e4e9b" /><Relationship Type="http://schemas.openxmlformats.org/officeDocument/2006/relationships/notesSlide" Target="/ppt/notesSlides/notesSlide7.xml" Id="Radff0e7c6a3c4e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61b6920074d56" /><Relationship Type="http://schemas.openxmlformats.org/officeDocument/2006/relationships/notesSlide" Target="/ppt/notesSlides/notesSlide8.xml" Id="R280249edd47b44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6d0fa7c984422" /><Relationship Type="http://schemas.openxmlformats.org/officeDocument/2006/relationships/notesSlide" Target="/ppt/notesSlides/notesSlide9.xml" Id="R4506423f03df4b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9f16b9bd94ddb" /><Relationship Type="http://schemas.openxmlformats.org/officeDocument/2006/relationships/notesSlide" Target="/ppt/notesSlides/notesSlide10.xml" Id="R169ad83aaae24a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cf10684404b21" /><Relationship Type="http://schemas.openxmlformats.org/officeDocument/2006/relationships/notesSlide" Target="/ppt/notesSlides/notesSlide11.xml" Id="R502c7e20834342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7364d9d0d4fdc" /><Relationship Type="http://schemas.openxmlformats.org/officeDocument/2006/relationships/notesSlide" Target="/ppt/notesSlides/notesSlide12.xml" Id="Rfa66fa2aad1f45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5842B-1E4C-451E-B15D-98819D53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2EC93-ABDF-4169-A10D-AB4FB495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67712-1FFA-4E9B-96B2-181408E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PORTFOLIO DECK /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87E0E-DF74-4624-8BA1-D9873217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362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93397-BC2C-4C92-BBC7-757B8B3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1인 개발 · Unity 2D · Boss Rush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0D47D-6BEA-438A-BFF6-2FF86C2E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2D 액션 플랫포머</a:t>
            </a:r>
          </a:p>
          <a:p xmlns:a="http://schemas.openxmlformats.org/drawingml/2006/main">
            <a:pPr algn="l">
              <a:defRPr sz="43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보스러쉬 포트폴리오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6875B-F6CE-491C-A5D5-E0DE263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메트로베니아 목표에서 스코프를 조정해, 전투·보스·스테이지 흐름이 끝까지 연결되는 완성형 게임 루프를 구현한 프로젝트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CCD5B-8630-4313-B889-7B4CCF3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76300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4F2E6-3542-4B00-AE30-88A1403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00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Project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FEAFA-C297-4C1D-A546-EB6F97A0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90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67E6D-DB5F-4F2E-B633-6659A38B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Unity 6000.3.8f1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A38A6-E224-4CFC-9E80-A0A8A00E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5C896-760F-4B12-83A0-3CE55E5C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9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C# Gameplay Programming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86BC7-63BB-4AB1-A324-D9A1001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64A5D-F5C1-4850-A2E9-9DD04079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3 Stage Boss Rush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A7996-5E6B-4899-82E0-A4620E83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CBCDA-C97B-42F6-93FC-6A1852EC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URP 2D + Cinemachine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81F52-B1E8-41CB-BB46-83BE48D7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6E2F3-77D4-41B8-B5E2-1AB0224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DOTween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0B386-CA0E-4DDD-AF0E-B545562D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19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가제: Abyss Rush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3A47B-1CC6-40C8-B63E-D1B2D0F2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2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지원 직무: Unity / Gameplay Programmer</a:t>
            </a:r>
          </a:p>
        </p:txBody>
      </p:sp>
    </p:spTree>
    <p:extLst>
      <p:ext uri="{BB962C8B-B14F-4D97-AF65-F5344CB8AC3E}">
        <p14:creationId xmlns:p14="http://schemas.microsoft.com/office/powerpoint/2010/main" val="1480919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6B6D4-C051-41B9-A3F3-8074998A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61C52-F9E1-41D7-B20D-16A43599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5DC2B-4BEC-4B42-B9D8-3A729970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8F436-D3FB-49C6-9410-1251EA4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프로젝트 포지셔닝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FA8C9-905F-4F50-A360-3368B617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큰 월드를 줄이고, 채용 포트폴리오에서 검증 가능한 핵심 루프에 집중했습니다.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FF884-3358-4200-8F48-DDBCFB40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C4519-DBAD-4AEA-83F1-100138F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9545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7E901-DE8A-424A-9128-B015865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6DBF4-1AC0-4C75-8128-2989D834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초기 목표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CB9B9-3246-4FCD-831C-6593A5B9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6C6BE-1197-425B-B189-93EF166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메트로베니아 액션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752FF-26C7-48AC-A8DF-DE93D09E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6A4F0-C8EC-466F-B81E-FFA3235D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탐험·성장·스토리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E81D5-3111-4C68-9BE1-811BCA47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EA976-7E94-4CC7-A225-8DF5530B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넓은 레벨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84FD4-48BE-45B0-9039-AA3A7A4F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스코프 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68D9B-589C-4FAC-A562-68BC8AA3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93BF4E-4002-4860-AB5C-2ABFD532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71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3개 스테이지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FB102-7D9F-4A83-A3CE-43186A8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A9EB3-2102-4733-AB7C-58368AC8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보스전 중심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0C813-E0A3-4B64-AC75-683DC7AD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73A36-E162-4CBA-AA97-3047CB24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76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완성 가능한 루프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CBA63-E50B-4B0B-BB12-7BC3A18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포트폴리오 목표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2429F-09B5-44CA-AC2A-C187755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6A783-B4EA-4869-B796-EAD20E85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플레이 가능한 빌드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8551D-8589-4FC9-88FF-E3F99322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5E28F-560E-4E5C-93FF-9721792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전투 시스템 증명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AC3E4-2F0A-4942-9553-D80289EB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88699-E188-4335-8FFF-59E8F9DA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보스 패턴 설계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89C7B7-CEE4-4B5F-843F-2D10B152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핵심 메시지: 기능을 많이 나열하기보다, 액션 게임의 입력 → 상태 → 피격 → 클리어 흐름을 끝까지 연결했다.</a:t>
            </a:r>
          </a:p>
        </p:txBody>
      </p:sp>
    </p:spTree>
    <p:extLst>
      <p:ext uri="{BB962C8B-B14F-4D97-AF65-F5344CB8AC3E}">
        <p14:creationId xmlns:p14="http://schemas.microsoft.com/office/powerpoint/2010/main" val="922434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76A2CA-AEF6-49DE-98AA-3EF3062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7B47A-83EA-4F3C-96DF-4A19151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AB705-103C-47D0-AE73-06F138E7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F564D-5DCC-42C7-A300-C01C54A3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현재 저장된 구현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ACC33-8D7E-4C45-9A54-D342A0D5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프로젝트 파일을 기준으로 확인한 포트폴리오 근거입니다.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26EFE-B315-4F00-81BB-4E4B857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40396-4DF5-4AF9-A2D4-8BC5C942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C3F4C-00D2-4E68-8716-AC151387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Unity scene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225A0-299B-4B5B-8A0B-A1EE8120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ACC5C-10D5-45CB-B749-7F0ADA9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69F96-627F-49D9-9234-D3ED0F3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05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Build settings scenes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07805-9616-4746-9D52-65BC36D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68EC4-F188-4796-8162-C759AF93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35+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6CA48-06A3-4F8A-A1BC-FE6D06EE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05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Project prefabs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B8310-CAA1-43CC-9BE3-D3C4116B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EDF84-F337-4F76-83F8-FED6E67F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7A5D8-B43F-415D-A18B-2E86DC32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C# scripts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792C6-0861-4F44-B7FA-43D16F3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95450"/>
            <a:ext cx="1143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55274-BADB-4EA9-8200-4EFE7426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288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1D804-3829-4D9F-9171-E89F969D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050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Dedicated boss controllers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FBB78-A3BC-427B-A266-3558C55A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2703A-51F2-44BD-BC7F-19544FB8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FE4C4-FB57-41D3-92A2-2DDC28D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씬 흐름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B546C-6B49-4D73-A00C-4A6C66A2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15DA9-C2DE-4B5A-8BD7-7E2EBAFF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Splash / Main Menu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8604A2-5570-4984-A66E-DC011C6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DAC9F-55C2-4EA8-A6D3-5C2BEF5C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Stage1, Stage2, Stage3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5A9FCC-68C4-4835-9C78-15C5BF01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6970F-47B8-45D4-A706-82CBEB94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1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FinalScene / Credit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5B4325-C2E0-4780-869B-9F671A1D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사용 패키지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5D01B-2D02-4F87-AD4C-6937357E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32B6B6-49E8-4628-A370-BBEF71DA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43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Universal RP 17.3.0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FD4654-3BA8-461D-ACFA-B085E30D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1BA0C3-2367-47B1-BEDE-85A0CFCD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Cinemachine 3.1.5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FEC1AD-F192-4C14-B062-78829D12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F0850C-388D-43D2-BBD3-61E6CB94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Input System, UGUI, Timeline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B093D6-A173-49CF-80E8-0E5C6E83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DE8A6F-3589-4131-9F7A-35D9B8F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86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LDtkUnity 6.12.0</a:t>
            </a:r>
          </a:p>
        </p:txBody>
      </p:sp>
    </p:spTree>
    <p:extLst>
      <p:ext uri="{BB962C8B-B14F-4D97-AF65-F5344CB8AC3E}">
        <p14:creationId xmlns:p14="http://schemas.microsoft.com/office/powerpoint/2010/main" val="873476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8BB17F-38C6-45F3-B4B1-6E0C702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D69F1-28B0-49C8-814B-48611CB4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0C252-622D-4AA9-BE85-B6A59EF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9F20B-5311-4ECD-B468-18BFBD37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완성 목표 게임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FE1A3-86F5-48F1-BE38-F4689A4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짧지만 시작과 끝이 있는 액션 플랫포머 루프입니다.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7CAFF-3619-4557-BAA1-FF977632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295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B326F-8B32-4C5A-8C27-BA7C024E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메인 메뉴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DA589-C015-4571-9061-AD1C5380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C9864-4F21-488B-ACF0-9D9E5FA2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81250"/>
            <a:ext cx="1295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45B27-118A-4194-A721-2C3E0465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47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스테이지 진입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FBD09-E63D-4CDC-A72A-4FB1F58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B1039-2F49-474C-9C6C-8B3A3F82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81250"/>
            <a:ext cx="1295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8685A-99C7-4282-8E51-74397AAE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전투 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9354E-95A1-4DBF-82CD-51EC5BAA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1AE03-14D9-47CB-8C9A-06DF3DD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81250"/>
            <a:ext cx="1295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A4869-9ADB-4B23-8590-495FE47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47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휴식 /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EB2B3-5B0C-4268-8060-46E3F662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240C2-F29F-48ED-BA48-DB68980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295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8035E-9CDF-407B-BA49-0D74A1B6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보스 인트로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B1C72-D3E0-439F-B73E-6D6606A2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A3BD8-9E07-4899-A089-73B6E5A5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295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64A3A"/>
          </a:solidFill>
          <a:ln xmlns:a="http://schemas.openxmlformats.org/drawingml/2006/main" w="9525">
            <a:solidFill>
              <a:srgbClr val="D64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8D702-3F2C-4FB2-B703-7ABEE77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보스전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77B0B-DFC6-4914-8105-69F98E03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8B350-0D47-4765-BD2D-FBEDF6CE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1295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6306B-99CA-41DC-A4DF-3ADB9C1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47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포탈 / 다음 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F9E44-A898-47F8-AF32-80E07CDB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9067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2F67B-31D7-4854-B1EA-A5283C5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포트폴리오 관점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001C2-EA68-4F42-9605-360752F5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386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각 시스템을 따로 구현한 것이 아니라, 방 클리어·보스 진입·전투·클리어·씬 이동이 하나의 플레이 경험으로 이어지도록 구성했습니다.</a:t>
            </a:r>
          </a:p>
        </p:txBody>
      </p:sp>
    </p:spTree>
    <p:extLst>
      <p:ext uri="{BB962C8B-B14F-4D97-AF65-F5344CB8AC3E}">
        <p14:creationId xmlns:p14="http://schemas.microsoft.com/office/powerpoint/2010/main" val="720482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5C415C-8C83-4F40-96B3-76A086C1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9B5FB-2615-4752-BA65-A66510A5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22D17-EB15-4338-B20B-212B1595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CA209-6E9A-4C61-87A9-97CF60CB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플레이어 액션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EF5FA-1B3D-4195-84D7-CC3DA1A9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입력과 상태를 분리해 조작감과 전투 리듬을 만들었습니다.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F00DF-A431-4511-80C5-8650D37A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6E553-B0A5-4F46-910E-AE5B90E2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19609-FEE0-456D-80B3-64E2904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0020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8E0C4-2D8D-43E4-8129-DB3418A4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Movement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712D9-F100-4DAA-ADBF-FEF44AB0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AC8A3-0C03-49C3-98F1-73684F5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좌우 이동 / 점프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762E9-0959-44B6-BB55-86473BAD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87A9C-4BAA-467D-B170-6D44D99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Better Jump 보정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87AB5-7438-42DF-899B-EB09575F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BB128-FE15-408C-9414-F23E9E56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착지 시 공중 공격 잠금 해제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3DE27-3D3F-461E-A4EC-535CA45F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Combat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2819E-96EA-4BFF-9B90-FC9E9D0E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CD50E-A3A6-44D4-BFBE-F616AF7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3타 지상 콤보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D6C9C-4DD8-44B3-AC05-95FD3603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3BD4E-40BC-4441-B965-C5FDD88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상단 / 하단 / 공중 공격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CAF46-7C52-45DB-9144-4EAAE332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9E30C-554C-41DE-8538-53143BB8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공격 중 이동 제한과 방향 고정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69CDC-36EA-4AC2-8AC4-39372BEF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Resource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BE512-879C-4002-A912-AC2C69F4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B2578-67CE-4CA9-AE52-B8FAF775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스태미나 기반 회피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DA2C8-876E-4B8B-A96D-DB45301F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56958-4688-4D90-97BC-24FF196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회피 쿨다운 / 무적 시간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218A7D-F6A7-4387-8DEA-5E95747A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6493F-C9A4-49FF-BA50-D6D1EA7A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62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사용 후 지연 회복</a:t>
            </a:r>
          </a:p>
        </p:txBody>
      </p:sp>
    </p:spTree>
    <p:extLst>
      <p:ext uri="{BB962C8B-B14F-4D97-AF65-F5344CB8AC3E}">
        <p14:creationId xmlns:p14="http://schemas.microsoft.com/office/powerpoint/2010/main" val="1564291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CA4FB-186A-47A6-8AAB-EED5E1A6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9EF20-73FA-4056-BFDA-ACDFA18E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DCB21-2A8F-4991-88F4-92AED7E8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A11F1-A1FD-4A47-8EDA-A92D57C7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전투 피드백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8109E-3E1A-4D1D-BED9-C2D7A42F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액션 게임에서 중요한 타격감을 여러 레이어로 보강했습니다.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8860A-B989-4372-B1A4-A78EC998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C0F82-5206-4F97-AC7E-594FDA8B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Hit Flash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1DDC1-67CA-46A7-B602-EAA7C6AE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피격 시 스프라이트 시각 피드백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ACA99-6592-4EFF-8D8A-20CF1B5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335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B8D7B-F44F-441F-8892-0EEC9DB6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62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Knockback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4B781-FCCE-4E7C-8601-5DDF54A1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공격 방향 기반 밀림과 잠금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2CECB-0201-4B6E-B05E-9BC116A9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B060B-2D1C-4624-9A8B-0DEE3FBF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Invincible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0802A-05BA-4486-9E57-0A49B71D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피격 후 짧은 무적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BBB27-0E2F-4EBC-A799-18D1F481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7025E-5ACB-4D4F-AB02-0F810B8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Hit Stop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1ADDF-D109-4673-B5BF-9F13EFB6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짧은 시간 감속으로 타격 강조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E8C7A-AF23-4048-A8C2-D40EF8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1591C-92CB-4EA8-9FA0-A6FA3B52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57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Camera Shake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A3F8E-1AEE-4A03-9103-0CD0F34D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일반/강한 흔들림 구분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F109B-7043-45FE-BEAC-8D92E0CE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143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81C72-A348-4440-926D-19706E20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57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UI Shake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952B5-21B3-4A76-A967-D1F60BEA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38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HP/ST UI 반응 연출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8ED09-C6E3-4134-B11E-74E05822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결과: HP 감소 이상의 감각적 피드백을 제공해 보스러쉬의 반복 전투가 덜 밋밋하게 느껴지도록 설계</a:t>
            </a:r>
          </a:p>
        </p:txBody>
      </p:sp>
    </p:spTree>
    <p:extLst>
      <p:ext uri="{BB962C8B-B14F-4D97-AF65-F5344CB8AC3E}">
        <p14:creationId xmlns:p14="http://schemas.microsoft.com/office/powerpoint/2010/main" val="1447323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5899F4-11F6-43CF-89E8-E97FDEC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D57C9-F8C9-4AB2-A947-AB2249C1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0E612-D3C1-4563-A49B-46F4F204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B9E3D-D3AC-48F9-B2D3-7BECDC8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적 AI 모듈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34D91-9DB4-4281-8B36-BD5A3FEA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EnemyCore가 공통 흐름을 잡고 Brain / Movement / Attack을 조합합니다.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21E7A-3325-4B6B-80AD-0E0871F0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383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64A3A"/>
          </a:solidFill>
          <a:ln xmlns:a="http://schemas.openxmlformats.org/drawingml/2006/main" w="9525">
            <a:solidFill>
              <a:srgbClr val="D6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38550-57CD-4BBE-A415-1E9CCC79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24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EnemyCore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105D2-8A3E-4695-9E4E-6CA11EC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2724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BF671-0490-4ECE-954F-9E9776F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IEnemyBrain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B1DF1-6627-429C-A0F5-6C2BD9A7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시야·거리·공격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886F1-E440-43F3-BF87-D2C337A2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765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88B1F-F540-49E9-9796-BFDB63E6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29000"/>
            <a:ext cx="2724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E06F7-D5B1-4711-B0E9-A0DCDD66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IEnemyMovement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84317-787C-4C8D-AB65-D1AEAEB5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순찰·추적·정지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8E970-42A3-44BA-B039-E6C04FC7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2216A-5715-491F-8B6E-8C100E98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724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A67BB-E262-4B41-BCB5-C234378E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IEnemyAttack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A2C76-667A-49C8-9EC1-5808BD3D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767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근접·대시·빔 공격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FB926-5AC1-470D-90C3-536D736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F38FD-4C57-4078-AA2E-D1810D45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프리팹 단위로 Brain/Movement/Attack 조합을 바꿔 다양한 적 타입을 구성할 수 있는 구조</a:t>
            </a:r>
          </a:p>
        </p:txBody>
      </p:sp>
    </p:spTree>
    <p:extLst>
      <p:ext uri="{BB962C8B-B14F-4D97-AF65-F5344CB8AC3E}">
        <p14:creationId xmlns:p14="http://schemas.microsoft.com/office/powerpoint/2010/main" val="635381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28CF3-3402-4B21-83D3-134CB8FB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31BA1-4E32-4458-8A10-368EF764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21860-1D1F-4877-910D-4F153EE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D1ABE-1688-474C-8014-919564FE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보스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FBE28-C3C3-4E57-91E9-0583648B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각 보스는 공통 BossBase 위에 다른 패턴 선택 로직과 페이즈를 가집니다.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E12E5-852F-452D-A893-0BBBA1A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B8940-09F0-44BB-95F0-384A4D76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Golem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4BB91-4B81-4EA0-8C4C-2F07A9CD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스핀 / 핸드슬램 / 빔 / 버스트 / 버프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F04DC-E023-41B3-A918-2E1D218D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5531A-1959-43E9-B779-AF706A55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거리 조건과 쿨다운 기반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50D7E-480F-4BF4-8C7F-566F2D4F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764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B3D0E-7649-4757-98CA-AF88603F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Blood 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D3FDA-DF0B-4971-A001-08155F1E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9850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더블슬래시 / 돌진 / 점프슬램 / 스핀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35433-2945-4707-8B69-F85BEE9A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004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294E9-E35C-4FB8-9325-6503CD47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862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거리·이전 패턴 회피·2페이즈 강화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842A0-CA1F-4E16-A9B0-1CEA485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C5412-7B15-486D-83C6-71FEFA3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Heart Hoarder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93DB5-0716-4926-9750-1497FD4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686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지상 대시 / 공중 대시 / 공중 내려찍기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0A5A9-ECAE-482F-A224-35D6C7F7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69F65-9611-42F2-BD90-B62480FE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가중치 랜덤과 HP 단계별 패턴 변화</a:t>
            </a:r>
          </a:p>
        </p:txBody>
      </p:sp>
    </p:spTree>
    <p:extLst>
      <p:ext uri="{BB962C8B-B14F-4D97-AF65-F5344CB8AC3E}">
        <p14:creationId xmlns:p14="http://schemas.microsoft.com/office/powerpoint/2010/main" val="866382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1B6D77-3627-4570-AB19-ED1770E5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0CEB7-F55E-40EB-8D34-C961386D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BA625-E517-4E52-8C69-FBF0A648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E283D-FAAF-4E0B-AA9B-5A3E225C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스테이지 / 저장 / UI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857EB-1149-410C-A951-3EC6D5AD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플레이 가능한 빌드를 위해 전투 외 시스템도 함께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7E667-25E1-4325-BB7F-855DD57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4610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3101A-19FE-4F5E-8AFB-32647AD3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RoomManager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9D6EC-02B9-4BFB-9605-26DBF63A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적 활성화, 문 닫기, 전멸 감지, 방 클리어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21D78-4DBD-4411-A9B2-994AA0F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610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0C720-BF31-4369-B3C9-F0076D34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StageFlowManager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9B50D-9EF1-4844-86E9-C7A9094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241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일반 방 클리어 수 관리, 보스 클리어 후 포탈 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B830C-0654-45EA-B232-6E7BC126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4610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6DB9C-DF15-4369-9273-4B4C8023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SaveManager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EDDBD-63BC-486E-93D6-F2E47450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PlayerPrefs 기반 씬 이름과 위치 저장, 이어하기 모드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7024D-FA81-45EF-8F36-218E97AB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610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E5DE3-F751-4ABA-B985-A53F5671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62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Main/Pause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74097-65F5-427F-A215-714061C6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434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신규 시작, 이어하기, 일시정지, 메뉴 복귀</a:t>
            </a:r>
          </a:p>
        </p:txBody>
      </p:sp>
    </p:spTree>
    <p:extLst>
      <p:ext uri="{BB962C8B-B14F-4D97-AF65-F5344CB8AC3E}">
        <p14:creationId xmlns:p14="http://schemas.microsoft.com/office/powerpoint/2010/main" val="465937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A00C2-076E-4EA6-A6A9-6CE32D31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6B6C9-71EA-47D0-BDEA-3035478C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32283-6989-4F08-975D-414A6CDB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0F7AB-8B33-4AE0-9CF9-7FE204F5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구현 근거 요약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CC08F-67EC-4418-BF28-972ECFFE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면접에서 설명하기 좋은 코드 단위입니다.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7CE22-CC0A-4B28-B216-BC82A4C8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00560-132B-4DB6-BE68-78ADB2CD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D8907-FF12-4DC5-9FD3-99E090A1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Core Gameplay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69DAA-2B0F-413A-BF1C-850FA2C9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6226C-4B5A-42CA-BE0D-CA4133C9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Player.cs: 입력, 이동, 공격, 회피, 스태미나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53C93-0888-4935-B211-BEBCACF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10583-BBD8-4504-8150-3A5156FF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527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PlayerHealth.cs: HP, 피격, 넉백, 무적, HitStop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9E696-76B6-453F-AC9C-A353ECEE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1E5DC-3954-415C-88F5-F56A6DEC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290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DamageDealer.cs: 공격 주체/데미지/넉백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1E4AC-91F7-4EC1-942B-C8B085A9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F73AC-B57A-4CCC-96CD-0AA11B12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EnemyCore.cs: 적 공통 Tick 흐름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DA698-DCEF-4F8A-AF57-F8C77B25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EEECA-AB5E-4E68-BC3A-FD3243AB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BossBattleManager.cs: 보스 인트로와 전투 시작 시퀀스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44E4F-CB77-4803-AA44-CB1DB4AB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Boss /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B9B71-B2D7-47DC-9959-7FAA745C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D31A2-EB9A-4F36-961F-09F3A91A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GolemBossController.cs: 거리/쿨다운 기반 패턴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D9377-260E-4FE7-94BA-29C07AAE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54EFD-D3AA-4349-A77A-E2B6E22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BloodKingBossController.cs: 거리별 선택 + 2페이즈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C08AF-CF30-4DD0-BCE3-137810F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BA578-FB32-45D4-ADC5-FE5D217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HeartHoarderBossController.cs: 가중치 패턴과 페이즈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17FE2-6B5C-41AA-91B4-B9F10DA0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CFAA0E-F907-48C6-A6C6-B5CFA4A1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05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RoomManager.cs: 방 클리어와 문 제어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B7B43-054F-4A41-8A29-76558A04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B24A7A-7BE2-4617-9CFE-4BEE976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SaveManager.cs: 저장/이어하기 흐름</a:t>
            </a:r>
          </a:p>
        </p:txBody>
      </p:sp>
    </p:spTree>
    <p:extLst>
      <p:ext uri="{BB962C8B-B14F-4D97-AF65-F5344CB8AC3E}">
        <p14:creationId xmlns:p14="http://schemas.microsoft.com/office/powerpoint/2010/main" val="868533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1B140-F87E-4FCC-962F-A314257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ADD01-BE7F-4977-8877-3985E5C5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ED569-8354-4D88-9A50-DD69C463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UNITY 2D ACTION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D069D-B554-4E0C-A97B-ACBCE719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완성 전 마무리 체크리스트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E4D5B-35CC-4EF4-A7A6-02F917E6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현재 구조를 살리되, 제출 전에 리스크를 줄이는 항목입니다.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91F77-76F8-4E2D-9B49-86FBA9D9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628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76A9C-3530-4019-8495-901ACF6C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049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FFA98-60B6-469A-B771-BA81AC79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764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처음부터 Credit까지 끊기지 않는 빌드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E71EF-DAAE-49A7-9226-8569151A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628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75AC4-91FD-461C-BFF2-DE125CE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552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D4263-97FF-46AA-B206-B28327A9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UI 참조 누락 / NullReference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34871-B26E-42EA-B46E-7C3AF538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628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0B84F"/>
          </a:solidFill>
          <a:ln xmlns:a="http://schemas.openxmlformats.org/drawingml/2006/main" w="0">
            <a:solidFill>
              <a:srgbClr val="F0B8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915EF-674B-40D8-9540-36365678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CA93A-4846-427C-8D74-CBF10E4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575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3개 보스 HP·데미지·패턴 밸런싱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3BEB6-2D7A-4435-81C2-AEC47A0A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628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0B84F"/>
          </a:solidFill>
          <a:ln xmlns:a="http://schemas.openxmlformats.org/drawingml/2006/main" w="0">
            <a:solidFill>
              <a:srgbClr val="F0B8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28EA9-0D33-4C71-B1B9-DE50A6A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F3C2D-15B8-448E-99D0-B23DB978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480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플레이어 사망 후 재시작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91C1D-F323-4EEB-8DBD-9B5901C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628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0B84F"/>
          </a:solidFill>
          <a:ln xmlns:a="http://schemas.openxmlformats.org/drawingml/2006/main" w="0">
            <a:solidFill>
              <a:srgbClr val="F0B8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2A6EC-49AF-42D7-9061-52ABE5CD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C7D5B-268B-495B-9039-8D4D106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386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1분 30초 플레이 영상 촬영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6034A-77B2-4418-8572-006B3138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628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0B84F"/>
          </a:solidFill>
          <a:ln xmlns:a="http://schemas.openxmlformats.org/drawingml/2006/main" w="0">
            <a:solidFill>
              <a:srgbClr val="F0B8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BA5A6-2605-4DC7-B07A-08BAADB3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5772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A28D7-D430-48B2-9CE7-F651EE8B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29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README, 조작법, 트러블슈팅 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40FF6-3210-4024-86D6-2E4A4A83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190750" cy="28003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50A48-F69C-452B-9958-B32A0E7D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가장 중요한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DA156-879B-475F-84BF-F47ABD2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581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기능 수보다</a:t>
            </a:r>
          </a:p>
          <a:p xmlns:a="http://schemas.openxmlformats.org/drawingml/2006/main">
            <a:pPr algn="ctr">
              <a:def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끝까지 플레이되는</a:t>
            </a:r>
          </a:p>
          <a:p xmlns:a="http://schemas.openxmlformats.org/drawingml/2006/main">
            <a:pPr algn="ctr">
              <a:def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완성도가 우선</a:t>
            </a:r>
          </a:p>
        </p:txBody>
      </p:sp>
    </p:spTree>
    <p:extLst>
      <p:ext uri="{BB962C8B-B14F-4D97-AF65-F5344CB8AC3E}">
        <p14:creationId xmlns:p14="http://schemas.microsoft.com/office/powerpoint/2010/main" val="8398751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E707A-95BA-4D40-B70A-0C35B55F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09A4D-4CC7-4E72-A881-E5591245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solidFill>
              <a:srgbClr val="D6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3CD7C-B43F-49F0-B195-FFBBC126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746F67"/>
                </a:solidFill>
                <a:latin typeface="Malgun Gothic"/>
                <a:ea typeface="Malgun Gothic"/>
                <a:cs typeface="Malgun Gothic"/>
              </a:rPr>
              <a:t>INTERVIEW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5FDAE-59BF-4AD0-9667-763192D8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면접용 설명 문장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6C93F-3D0A-4411-A284-AF18B80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프로젝트를 방어적으로 말하지 않고, 의사결정과 구현력을 함께 보여줍니다.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B2574-69C8-435B-97F0-046A96A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100584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222A33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EE8A2-04F9-443A-A630-890A62CB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33600"/>
            <a:ext cx="914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6F1E7"/>
                </a:solidFill>
                <a:latin typeface="Malgun Gothic"/>
                <a:ea typeface="Malgun Gothic"/>
                <a:cs typeface="Malgun Gothic"/>
              </a:rPr>
              <a:t>“처음에는 메트로베니아를 목표로 했지만, 포트폴리오 완성과 개발 범위를 고려해 3스테이지 보스러쉬로 스코프를 조정했습니다. 대신 플레이어 액션, 적 AI, 보스 패턴, 방 클리어, 저장, 씬 전환이 하나의 게임 루프로 이어지도록 구현했습니다.”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C3CF3-B48C-4E1F-A2A8-72ABCBA2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D07C0-E875-40DF-9057-55EA0C2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BEE40-B9CF-4D40-B2CA-C76D1388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A1F26"/>
          </a:solidFill>
          <a:ln xmlns:a="http://schemas.openxmlformats.org/drawingml/2006/main" w="9525">
            <a:solidFill>
              <a:srgbClr val="343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4D8A1-E5B6-4DE0-AD86-7DF6032A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Scope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A5A6F-1F74-4053-89F9-D090D29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완성 가능한 범위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08C4B-0D10-40D4-ABC2-9BFDB179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Gameplay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D69A5-59FA-4E1D-80D9-15167F2D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입력·상태·피격·AI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D2A5E-A51E-45E6-8D6A-11D05C0D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0B84F"/>
                </a:solidFill>
                <a:latin typeface="Malgun Gothic"/>
                <a:ea typeface="Malgun Gothic"/>
                <a:cs typeface="Malgun Gothic"/>
              </a:rPr>
              <a:t>Playable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6F397-20DC-4E3A-94CF-E3792239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8B0A2"/>
                </a:solidFill>
                <a:latin typeface="Malgun Gothic"/>
                <a:ea typeface="Malgun Gothic"/>
                <a:cs typeface="Malgun Gothic"/>
              </a:rPr>
              <a:t>처음부터 끝까지 연결</a:t>
            </a:r>
          </a:p>
        </p:txBody>
      </p:sp>
    </p:spTree>
    <p:extLst>
      <p:ext uri="{BB962C8B-B14F-4D97-AF65-F5344CB8AC3E}">
        <p14:creationId xmlns:p14="http://schemas.microsoft.com/office/powerpoint/2010/main" val="1370809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2026-06-17T09:51:25.6560000Z</dcterms:created>
  <dcterms:modified xsi:type="dcterms:W3CDTF">2026-06-17T09:51:25.6560000Z</dcterms:modified>
</coreProperties>
</file>